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257" r:id="rId5"/>
    <p:sldId id="271" r:id="rId6"/>
    <p:sldId id="265" r:id="rId7"/>
    <p:sldId id="261" r:id="rId8"/>
    <p:sldId id="270" r:id="rId9"/>
    <p:sldId id="266" r:id="rId10"/>
    <p:sldId id="272" r:id="rId11"/>
    <p:sldId id="273" r:id="rId12"/>
    <p:sldId id="274" r:id="rId13"/>
    <p:sldId id="275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58" dt="2026-09-29T00:27:54.907"/>
    <p1510:client id="{607B9FE8-3A58-F68F-BBD1-98F2779EBFCA}" v="655" dt="2026-09-29T00:16:23.368"/>
    <p1510:client id="{BA1002FB-D7BE-4FDD-BAFE-C3BE9C7DEF94}" v="887" dt="2026-09-29T00:53:24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 Bat Hung 202414515" userId="S::hung.tb2414515@sis.hust.edu.vn::9e6ed8b3-229b-43f8-a6e8-2d6b0a0417f6" providerId="AD" clId="Web-{607B9FE8-3A58-F68F-BBD1-98F2779EBFCA}"/>
    <pc:docChg chg="modSld">
      <pc:chgData name="Tran Bat Hung 202414515" userId="S::hung.tb2414515@sis.hust.edu.vn::9e6ed8b3-229b-43f8-a6e8-2d6b0a0417f6" providerId="AD" clId="Web-{607B9FE8-3A58-F68F-BBD1-98F2779EBFCA}" dt="2026-09-29T00:16:21.805" v="653" actId="20577"/>
      <pc:docMkLst>
        <pc:docMk/>
      </pc:docMkLst>
      <pc:sldChg chg="modSp">
        <pc:chgData name="Tran Bat Hung 202414515" userId="S::hung.tb2414515@sis.hust.edu.vn::9e6ed8b3-229b-43f8-a6e8-2d6b0a0417f6" providerId="AD" clId="Web-{607B9FE8-3A58-F68F-BBD1-98F2779EBFCA}" dt="2026-09-29T00:16:16.211" v="648" actId="20577"/>
        <pc:sldMkLst>
          <pc:docMk/>
          <pc:sldMk cId="64084651" sldId="261"/>
        </pc:sldMkLst>
        <pc:spChg chg="mod">
          <ac:chgData name="Tran Bat Hung 202414515" userId="S::hung.tb2414515@sis.hust.edu.vn::9e6ed8b3-229b-43f8-a6e8-2d6b0a0417f6" providerId="AD" clId="Web-{607B9FE8-3A58-F68F-BBD1-98F2779EBFCA}" dt="2026-09-29T00:16:16.211" v="648" actId="20577"/>
          <ac:spMkLst>
            <pc:docMk/>
            <pc:sldMk cId="64084651" sldId="261"/>
            <ac:spMk id="3" creationId="{C8196C5E-7B93-4E81-B617-CD97C06D6032}"/>
          </ac:spMkLst>
        </pc:spChg>
      </pc:sldChg>
      <pc:sldChg chg="modSp">
        <pc:chgData name="Tran Bat Hung 202414515" userId="S::hung.tb2414515@sis.hust.edu.vn::9e6ed8b3-229b-43f8-a6e8-2d6b0a0417f6" providerId="AD" clId="Web-{607B9FE8-3A58-F68F-BBD1-98F2779EBFCA}" dt="2026-09-29T00:12:19.904" v="466" actId="20577"/>
        <pc:sldMkLst>
          <pc:docMk/>
          <pc:sldMk cId="292364014" sldId="265"/>
        </pc:sldMkLst>
        <pc:spChg chg="mod">
          <ac:chgData name="Tran Bat Hung 202414515" userId="S::hung.tb2414515@sis.hust.edu.vn::9e6ed8b3-229b-43f8-a6e8-2d6b0a0417f6" providerId="AD" clId="Web-{607B9FE8-3A58-F68F-BBD1-98F2779EBFCA}" dt="2026-09-29T00:12:19.904" v="466" actId="20577"/>
          <ac:spMkLst>
            <pc:docMk/>
            <pc:sldMk cId="292364014" sldId="265"/>
            <ac:spMk id="4" creationId="{59563378-38F8-4CB3-AF99-2C56FCF55404}"/>
          </ac:spMkLst>
        </pc:spChg>
      </pc:sldChg>
      <pc:sldChg chg="modSp">
        <pc:chgData name="Tran Bat Hung 202414515" userId="S::hung.tb2414515@sis.hust.edu.vn::9e6ed8b3-229b-43f8-a6e8-2d6b0a0417f6" providerId="AD" clId="Web-{607B9FE8-3A58-F68F-BBD1-98F2779EBFCA}" dt="2026-09-29T00:16:21.805" v="653" actId="20577"/>
        <pc:sldMkLst>
          <pc:docMk/>
          <pc:sldMk cId="2751358436" sldId="266"/>
        </pc:sldMkLst>
        <pc:spChg chg="mod">
          <ac:chgData name="Tran Bat Hung 202414515" userId="S::hung.tb2414515@sis.hust.edu.vn::9e6ed8b3-229b-43f8-a6e8-2d6b0a0417f6" providerId="AD" clId="Web-{607B9FE8-3A58-F68F-BBD1-98F2779EBFCA}" dt="2026-09-29T00:16:21.805" v="653" actId="20577"/>
          <ac:spMkLst>
            <pc:docMk/>
            <pc:sldMk cId="2751358436" sldId="266"/>
            <ac:spMk id="3" creationId="{F39C6F49-1887-4BE4-A583-FB79B8A22935}"/>
          </ac:spMkLst>
        </pc:spChg>
      </pc:sldChg>
    </pc:docChg>
  </pc:docChgLst>
  <pc:docChgLst>
    <pc:chgData name="Tran Bat Hung 202414515" userId="S::hung.tb2414515@sis.hust.edu.vn::9e6ed8b3-229b-43f8-a6e8-2d6b0a0417f6" providerId="AD" clId="Web-{00000000-0000-0000-0000-000000000000}"/>
    <pc:docChg chg="addSld modSld">
      <pc:chgData name="Tran Bat Hung 202414515" userId="S::hung.tb2414515@sis.hust.edu.vn::9e6ed8b3-229b-43f8-a6e8-2d6b0a0417f6" providerId="AD" clId="Web-{00000000-0000-0000-0000-000000000000}" dt="2026-09-29T00:27:54.907" v="256"/>
      <pc:docMkLst>
        <pc:docMk/>
      </pc:docMkLst>
      <pc:sldChg chg="modSp">
        <pc:chgData name="Tran Bat Hung 202414515" userId="S::hung.tb2414515@sis.hust.edu.vn::9e6ed8b3-229b-43f8-a6e8-2d6b0a0417f6" providerId="AD" clId="Web-{00000000-0000-0000-0000-000000000000}" dt="2026-09-29T00:25:55.777" v="231" actId="20577"/>
        <pc:sldMkLst>
          <pc:docMk/>
          <pc:sldMk cId="64084651" sldId="261"/>
        </pc:sldMkLst>
        <pc:spChg chg="mod">
          <ac:chgData name="Tran Bat Hung 202414515" userId="S::hung.tb2414515@sis.hust.edu.vn::9e6ed8b3-229b-43f8-a6e8-2d6b0a0417f6" providerId="AD" clId="Web-{00000000-0000-0000-0000-000000000000}" dt="2026-09-29T00:25:55.777" v="231" actId="20577"/>
          <ac:spMkLst>
            <pc:docMk/>
            <pc:sldMk cId="64084651" sldId="261"/>
            <ac:spMk id="3" creationId="{C8196C5E-7B93-4E81-B617-CD97C06D6032}"/>
          </ac:spMkLst>
        </pc:spChg>
      </pc:sldChg>
      <pc:sldChg chg="addSp delSp modSp new">
        <pc:chgData name="Tran Bat Hung 202414515" userId="S::hung.tb2414515@sis.hust.edu.vn::9e6ed8b3-229b-43f8-a6e8-2d6b0a0417f6" providerId="AD" clId="Web-{00000000-0000-0000-0000-000000000000}" dt="2026-09-29T00:27:54.907" v="256"/>
        <pc:sldMkLst>
          <pc:docMk/>
          <pc:sldMk cId="2177273699" sldId="270"/>
        </pc:sldMkLst>
        <pc:spChg chg="mod">
          <ac:chgData name="Tran Bat Hung 202414515" userId="S::hung.tb2414515@sis.hust.edu.vn::9e6ed8b3-229b-43f8-a6e8-2d6b0a0417f6" providerId="AD" clId="Web-{00000000-0000-0000-0000-000000000000}" dt="2026-09-29T00:26:38.247" v="254" actId="14100"/>
          <ac:spMkLst>
            <pc:docMk/>
            <pc:sldMk cId="2177273699" sldId="270"/>
            <ac:spMk id="3" creationId="{77E92AE0-13B9-903F-B3BA-54586BE0190C}"/>
          </ac:spMkLst>
        </pc:spChg>
        <pc:spChg chg="del mod">
          <ac:chgData name="Tran Bat Hung 202414515" userId="S::hung.tb2414515@sis.hust.edu.vn::9e6ed8b3-229b-43f8-a6e8-2d6b0a0417f6" providerId="AD" clId="Web-{00000000-0000-0000-0000-000000000000}" dt="2026-09-29T00:26:26.872" v="250"/>
          <ac:spMkLst>
            <pc:docMk/>
            <pc:sldMk cId="2177273699" sldId="270"/>
            <ac:spMk id="4" creationId="{73A2E25B-558A-4690-AFFB-6C9D84B0FBA2}"/>
          </ac:spMkLst>
        </pc:spChg>
        <pc:spChg chg="mod">
          <ac:chgData name="Tran Bat Hung 202414515" userId="S::hung.tb2414515@sis.hust.edu.vn::9e6ed8b3-229b-43f8-a6e8-2d6b0a0417f6" providerId="AD" clId="Web-{00000000-0000-0000-0000-000000000000}" dt="2026-09-29T00:26:20.153" v="248" actId="20577"/>
          <ac:spMkLst>
            <pc:docMk/>
            <pc:sldMk cId="2177273699" sldId="270"/>
            <ac:spMk id="5" creationId="{9CAE4F6F-06E9-D96C-2122-EA76A60FC82D}"/>
          </ac:spMkLst>
        </pc:spChg>
        <pc:spChg chg="add mod">
          <ac:chgData name="Tran Bat Hung 202414515" userId="S::hung.tb2414515@sis.hust.edu.vn::9e6ed8b3-229b-43f8-a6e8-2d6b0a0417f6" providerId="AD" clId="Web-{00000000-0000-0000-0000-000000000000}" dt="2026-09-29T00:27:54.907" v="256"/>
          <ac:spMkLst>
            <pc:docMk/>
            <pc:sldMk cId="2177273699" sldId="270"/>
            <ac:spMk id="6" creationId="{040EC44C-8EBA-B9B9-5321-4B7CA8A31EDC}"/>
          </ac:spMkLst>
        </pc:spChg>
      </pc:sldChg>
    </pc:docChg>
  </pc:docChgLst>
  <pc:docChgLst>
    <pc:chgData name="Tran Bat Hung 202414515" userId="9e6ed8b3-229b-43f8-a6e8-2d6b0a0417f6" providerId="ADAL" clId="{3D85D13A-14A1-4E70-8D80-AAA27C3DF75E}"/>
    <pc:docChg chg="undo custSel delSld modSld">
      <pc:chgData name="Tran Bat Hung 202414515" userId="9e6ed8b3-229b-43f8-a6e8-2d6b0a0417f6" providerId="ADAL" clId="{3D85D13A-14A1-4E70-8D80-AAA27C3DF75E}" dt="2026-09-29T00:53:24.341" v="887" actId="20577"/>
      <pc:docMkLst>
        <pc:docMk/>
      </pc:docMkLst>
      <pc:sldChg chg="addSp modSp mod">
        <pc:chgData name="Tran Bat Hung 202414515" userId="9e6ed8b3-229b-43f8-a6e8-2d6b0a0417f6" providerId="ADAL" clId="{3D85D13A-14A1-4E70-8D80-AAA27C3DF75E}" dt="2026-09-29T00:48:19.073" v="792" actId="207"/>
        <pc:sldMkLst>
          <pc:docMk/>
          <pc:sldMk cId="743172911" sldId="257"/>
        </pc:sldMkLst>
        <pc:spChg chg="add mod">
          <ac:chgData name="Tran Bat Hung 202414515" userId="9e6ed8b3-229b-43f8-a6e8-2d6b0a0417f6" providerId="ADAL" clId="{3D85D13A-14A1-4E70-8D80-AAA27C3DF75E}" dt="2026-09-29T00:48:09.319" v="789" actId="207"/>
          <ac:spMkLst>
            <pc:docMk/>
            <pc:sldMk cId="743172911" sldId="257"/>
            <ac:spMk id="3" creationId="{5029A1AE-3972-6E01-3C53-433EA8552531}"/>
          </ac:spMkLst>
        </pc:spChg>
        <pc:spChg chg="mod">
          <ac:chgData name="Tran Bat Hung 202414515" userId="9e6ed8b3-229b-43f8-a6e8-2d6b0a0417f6" providerId="ADAL" clId="{3D85D13A-14A1-4E70-8D80-AAA27C3DF75E}" dt="2026-09-29T00:45:29.970" v="768" actId="20577"/>
          <ac:spMkLst>
            <pc:docMk/>
            <pc:sldMk cId="743172911" sldId="257"/>
            <ac:spMk id="11" creationId="{FF8BDF70-CFA6-4031-86B7-31F910D8115D}"/>
          </ac:spMkLst>
        </pc:spChg>
        <pc:spChg chg="mod">
          <ac:chgData name="Tran Bat Hung 202414515" userId="9e6ed8b3-229b-43f8-a6e8-2d6b0a0417f6" providerId="ADAL" clId="{3D85D13A-14A1-4E70-8D80-AAA27C3DF75E}" dt="2026-09-29T00:48:19.073" v="792" actId="207"/>
          <ac:spMkLst>
            <pc:docMk/>
            <pc:sldMk cId="743172911" sldId="257"/>
            <ac:spMk id="12" creationId="{A4ACF486-B7D8-4A5A-B633-83527A2F99E2}"/>
          </ac:spMkLst>
        </pc:spChg>
      </pc:sldChg>
      <pc:sldChg chg="modSp mod">
        <pc:chgData name="Tran Bat Hung 202414515" userId="9e6ed8b3-229b-43f8-a6e8-2d6b0a0417f6" providerId="ADAL" clId="{3D85D13A-14A1-4E70-8D80-AAA27C3DF75E}" dt="2026-09-29T00:52:09.498" v="851" actId="255"/>
        <pc:sldMkLst>
          <pc:docMk/>
          <pc:sldMk cId="64084651" sldId="261"/>
        </pc:sldMkLst>
        <pc:spChg chg="mod">
          <ac:chgData name="Tran Bat Hung 202414515" userId="9e6ed8b3-229b-43f8-a6e8-2d6b0a0417f6" providerId="ADAL" clId="{3D85D13A-14A1-4E70-8D80-AAA27C3DF75E}" dt="2026-09-29T00:52:09.498" v="851" actId="255"/>
          <ac:spMkLst>
            <pc:docMk/>
            <pc:sldMk cId="64084651" sldId="261"/>
            <ac:spMk id="3" creationId="{C8196C5E-7B93-4E81-B617-CD97C06D6032}"/>
          </ac:spMkLst>
        </pc:spChg>
      </pc:sldChg>
      <pc:sldChg chg="addSp delSp modSp mod">
        <pc:chgData name="Tran Bat Hung 202414515" userId="9e6ed8b3-229b-43f8-a6e8-2d6b0a0417f6" providerId="ADAL" clId="{3D85D13A-14A1-4E70-8D80-AAA27C3DF75E}" dt="2026-09-29T00:51:18.774" v="832" actId="255"/>
        <pc:sldMkLst>
          <pc:docMk/>
          <pc:sldMk cId="292364014" sldId="265"/>
        </pc:sldMkLst>
        <pc:spChg chg="mod">
          <ac:chgData name="Tran Bat Hung 202414515" userId="9e6ed8b3-229b-43f8-a6e8-2d6b0a0417f6" providerId="ADAL" clId="{3D85D13A-14A1-4E70-8D80-AAA27C3DF75E}" dt="2026-09-29T00:51:09.322" v="830" actId="255"/>
          <ac:spMkLst>
            <pc:docMk/>
            <pc:sldMk cId="292364014" sldId="265"/>
            <ac:spMk id="4" creationId="{59563378-38F8-4CB3-AF99-2C56FCF55404}"/>
          </ac:spMkLst>
        </pc:spChg>
        <pc:spChg chg="add del mod">
          <ac:chgData name="Tran Bat Hung 202414515" userId="9e6ed8b3-229b-43f8-a6e8-2d6b0a0417f6" providerId="ADAL" clId="{3D85D13A-14A1-4E70-8D80-AAA27C3DF75E}" dt="2026-09-29T00:38:10.971" v="636" actId="47"/>
          <ac:spMkLst>
            <pc:docMk/>
            <pc:sldMk cId="292364014" sldId="265"/>
            <ac:spMk id="5" creationId="{9DF8E309-1A69-3C41-EA14-8F9D0D22B791}"/>
          </ac:spMkLst>
        </pc:spChg>
        <pc:spChg chg="add mod">
          <ac:chgData name="Tran Bat Hung 202414515" userId="9e6ed8b3-229b-43f8-a6e8-2d6b0a0417f6" providerId="ADAL" clId="{3D85D13A-14A1-4E70-8D80-AAA27C3DF75E}" dt="2026-09-29T00:51:18.774" v="832" actId="255"/>
          <ac:spMkLst>
            <pc:docMk/>
            <pc:sldMk cId="292364014" sldId="265"/>
            <ac:spMk id="9" creationId="{8E1FAE60-C934-1ED8-94DF-E6630306F2BE}"/>
          </ac:spMkLst>
        </pc:spChg>
        <pc:picChg chg="add mod">
          <ac:chgData name="Tran Bat Hung 202414515" userId="9e6ed8b3-229b-43f8-a6e8-2d6b0a0417f6" providerId="ADAL" clId="{3D85D13A-14A1-4E70-8D80-AAA27C3DF75E}" dt="2026-09-29T00:38:12.596" v="640" actId="1076"/>
          <ac:picMkLst>
            <pc:docMk/>
            <pc:sldMk cId="292364014" sldId="265"/>
            <ac:picMk id="6" creationId="{DD636265-7155-1AD1-4801-C943DBF7CD61}"/>
          </ac:picMkLst>
        </pc:picChg>
        <pc:picChg chg="add mod">
          <ac:chgData name="Tran Bat Hung 202414515" userId="9e6ed8b3-229b-43f8-a6e8-2d6b0a0417f6" providerId="ADAL" clId="{3D85D13A-14A1-4E70-8D80-AAA27C3DF75E}" dt="2026-09-29T00:38:36.357" v="648" actId="14100"/>
          <ac:picMkLst>
            <pc:docMk/>
            <pc:sldMk cId="292364014" sldId="265"/>
            <ac:picMk id="7" creationId="{88EC99AE-9CC9-521C-A829-8EE1BD1226EC}"/>
          </ac:picMkLst>
        </pc:picChg>
      </pc:sldChg>
      <pc:sldChg chg="del">
        <pc:chgData name="Tran Bat Hung 202414515" userId="9e6ed8b3-229b-43f8-a6e8-2d6b0a0417f6" providerId="ADAL" clId="{3D85D13A-14A1-4E70-8D80-AAA27C3DF75E}" dt="2026-09-29T00:52:38.426" v="853" actId="2696"/>
        <pc:sldMkLst>
          <pc:docMk/>
          <pc:sldMk cId="3194012731" sldId="267"/>
        </pc:sldMkLst>
      </pc:sldChg>
      <pc:sldChg chg="del">
        <pc:chgData name="Tran Bat Hung 202414515" userId="9e6ed8b3-229b-43f8-a6e8-2d6b0a0417f6" providerId="ADAL" clId="{3D85D13A-14A1-4E70-8D80-AAA27C3DF75E}" dt="2026-09-29T00:52:36.653" v="852" actId="2696"/>
        <pc:sldMkLst>
          <pc:docMk/>
          <pc:sldMk cId="870228455" sldId="268"/>
        </pc:sldMkLst>
      </pc:sldChg>
      <pc:sldChg chg="addSp delSp modSp mod">
        <pc:chgData name="Tran Bat Hung 202414515" userId="9e6ed8b3-229b-43f8-a6e8-2d6b0a0417f6" providerId="ADAL" clId="{3D85D13A-14A1-4E70-8D80-AAA27C3DF75E}" dt="2026-09-29T00:53:24.341" v="887" actId="20577"/>
        <pc:sldMkLst>
          <pc:docMk/>
          <pc:sldMk cId="2177273699" sldId="270"/>
        </pc:sldMkLst>
        <pc:spChg chg="mod">
          <ac:chgData name="Tran Bat Hung 202414515" userId="9e6ed8b3-229b-43f8-a6e8-2d6b0a0417f6" providerId="ADAL" clId="{3D85D13A-14A1-4E70-8D80-AAA27C3DF75E}" dt="2026-09-29T00:53:24.341" v="887" actId="20577"/>
          <ac:spMkLst>
            <pc:docMk/>
            <pc:sldMk cId="2177273699" sldId="270"/>
            <ac:spMk id="3" creationId="{77E92AE0-13B9-903F-B3BA-54586BE0190C}"/>
          </ac:spMkLst>
        </pc:spChg>
        <pc:spChg chg="add del mod">
          <ac:chgData name="Tran Bat Hung 202414515" userId="9e6ed8b3-229b-43f8-a6e8-2d6b0a0417f6" providerId="ADAL" clId="{3D85D13A-14A1-4E70-8D80-AAA27C3DF75E}" dt="2026-09-29T00:31:03.217" v="45" actId="11529"/>
          <ac:spMkLst>
            <pc:docMk/>
            <pc:sldMk cId="2177273699" sldId="270"/>
            <ac:spMk id="4" creationId="{C7A390E6-2870-535C-E93C-70F2A98940CC}"/>
          </ac:spMkLst>
        </pc:spChg>
        <pc:spChg chg="add del mod">
          <ac:chgData name="Tran Bat Hung 202414515" userId="9e6ed8b3-229b-43f8-a6e8-2d6b0a0417f6" providerId="ADAL" clId="{3D85D13A-14A1-4E70-8D80-AAA27C3DF75E}" dt="2026-09-29T00:30:23.357" v="19" actId="478"/>
          <ac:spMkLst>
            <pc:docMk/>
            <pc:sldMk cId="2177273699" sldId="270"/>
            <ac:spMk id="6" creationId="{040EC44C-8EBA-B9B9-5321-4B7CA8A31EDC}"/>
          </ac:spMkLst>
        </pc:spChg>
        <pc:spChg chg="add mod">
          <ac:chgData name="Tran Bat Hung 202414515" userId="9e6ed8b3-229b-43f8-a6e8-2d6b0a0417f6" providerId="ADAL" clId="{3D85D13A-14A1-4E70-8D80-AAA27C3DF75E}" dt="2026-09-29T00:31:02.187" v="43"/>
          <ac:spMkLst>
            <pc:docMk/>
            <pc:sldMk cId="2177273699" sldId="270"/>
            <ac:spMk id="7" creationId="{4D6F202A-0BFA-5095-93A8-16AEECA84A11}"/>
          </ac:spMkLst>
        </pc:spChg>
        <pc:spChg chg="add mod">
          <ac:chgData name="Tran Bat Hung 202414515" userId="9e6ed8b3-229b-43f8-a6e8-2d6b0a0417f6" providerId="ADAL" clId="{3D85D13A-14A1-4E70-8D80-AAA27C3DF75E}" dt="2026-09-29T00:31:01.978" v="42"/>
          <ac:spMkLst>
            <pc:docMk/>
            <pc:sldMk cId="2177273699" sldId="270"/>
            <ac:spMk id="8" creationId="{8F3A8F21-CFE1-627C-1DB4-1A7A065444E7}"/>
          </ac:spMkLst>
        </pc:spChg>
        <pc:spChg chg="add mod">
          <ac:chgData name="Tran Bat Hung 202414515" userId="9e6ed8b3-229b-43f8-a6e8-2d6b0a0417f6" providerId="ADAL" clId="{3D85D13A-14A1-4E70-8D80-AAA27C3DF75E}" dt="2026-09-29T00:31:01.721" v="41"/>
          <ac:spMkLst>
            <pc:docMk/>
            <pc:sldMk cId="2177273699" sldId="270"/>
            <ac:spMk id="9" creationId="{AAEFA24F-174C-E155-41AB-97127C08A335}"/>
          </ac:spMkLst>
        </pc:spChg>
        <pc:spChg chg="add del mod">
          <ac:chgData name="Tran Bat Hung 202414515" userId="9e6ed8b3-229b-43f8-a6e8-2d6b0a0417f6" providerId="ADAL" clId="{3D85D13A-14A1-4E70-8D80-AAA27C3DF75E}" dt="2026-09-29T00:35:44.283" v="626"/>
          <ac:spMkLst>
            <pc:docMk/>
            <pc:sldMk cId="2177273699" sldId="270"/>
            <ac:spMk id="10" creationId="{A4932FDE-8F13-62CA-F861-D28FB3B3908F}"/>
          </ac:spMkLst>
        </pc:spChg>
      </pc:sldChg>
      <pc:sldMasterChg chg="delSldLayout">
        <pc:chgData name="Tran Bat Hung 202414515" userId="9e6ed8b3-229b-43f8-a6e8-2d6b0a0417f6" providerId="ADAL" clId="{3D85D13A-14A1-4E70-8D80-AAA27C3DF75E}" dt="2026-09-29T00:52:38.426" v="853" actId="2696"/>
        <pc:sldMasterMkLst>
          <pc:docMk/>
          <pc:sldMasterMk cId="2819895280" sldId="2147483658"/>
        </pc:sldMasterMkLst>
        <pc:sldLayoutChg chg="del">
          <pc:chgData name="Tran Bat Hung 202414515" userId="9e6ed8b3-229b-43f8-a6e8-2d6b0a0417f6" providerId="ADAL" clId="{3D85D13A-14A1-4E70-8D80-AAA27C3DF75E}" dt="2026-09-29T00:52:38.426" v="853" actId="2696"/>
          <pc:sldLayoutMkLst>
            <pc:docMk/>
            <pc:sldMasterMk cId="2819895280" sldId="2147483658"/>
            <pc:sldLayoutMk cId="3313388757" sldId="2147483676"/>
          </pc:sldLayoutMkLst>
        </pc:sldLayoutChg>
        <pc:sldLayoutChg chg="del">
          <pc:chgData name="Tran Bat Hung 202414515" userId="9e6ed8b3-229b-43f8-a6e8-2d6b0a0417f6" providerId="ADAL" clId="{3D85D13A-14A1-4E70-8D80-AAA27C3DF75E}" dt="2026-09-29T00:52:36.653" v="852" actId="2696"/>
          <pc:sldLayoutMkLst>
            <pc:docMk/>
            <pc:sldMasterMk cId="2819895280" sldId="2147483658"/>
            <pc:sldLayoutMk cId="3052933222" sldId="214748367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Text&#10;&#10;Description automatically generated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2" y="317038"/>
            <a:ext cx="2576374" cy="936215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1" y="1600200"/>
            <a:ext cx="7899662" cy="22218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000">
                <a:solidFill>
                  <a:schemeClr val="tx1"/>
                </a:solidFill>
              </a:rPr>
              <a:t>  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94960" y="3822021"/>
            <a:ext cx="7342482" cy="213554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b="0" dirty="0" err="1"/>
              <a:t>Nhóm</a:t>
            </a:r>
            <a:r>
              <a:rPr lang="en-US" sz="2000" b="0" dirty="0"/>
              <a:t> </a:t>
            </a:r>
          </a:p>
          <a:p>
            <a:r>
              <a:rPr lang="en-US" sz="2000" b="0" dirty="0"/>
              <a:t>Đào Vũ Hoàng – 202414512</a:t>
            </a:r>
          </a:p>
          <a:p>
            <a:r>
              <a:rPr lang="en-US" sz="2000" b="0" dirty="0" err="1"/>
              <a:t>Trần</a:t>
            </a:r>
            <a:r>
              <a:rPr lang="en-US" sz="2000" b="0" dirty="0"/>
              <a:t> </a:t>
            </a:r>
            <a:r>
              <a:rPr lang="en-US" sz="2000" b="0" dirty="0" err="1"/>
              <a:t>Bật</a:t>
            </a:r>
            <a:r>
              <a:rPr lang="en-US" sz="2000" b="0" dirty="0"/>
              <a:t> </a:t>
            </a:r>
            <a:r>
              <a:rPr lang="en-US" sz="2000" b="0" dirty="0" err="1"/>
              <a:t>Hưng</a:t>
            </a:r>
            <a:r>
              <a:rPr lang="en-US" sz="2000" b="0" dirty="0"/>
              <a:t> - 202414515</a:t>
            </a:r>
          </a:p>
          <a:p>
            <a:endParaRPr lang="en-US" sz="2000" b="0" dirty="0"/>
          </a:p>
          <a:p>
            <a:r>
              <a:rPr lang="en-US" sz="2000" b="0" dirty="0"/>
              <a:t>GVHD: </a:t>
            </a:r>
          </a:p>
          <a:p>
            <a:r>
              <a:rPr lang="en-US" sz="2000" b="0" dirty="0"/>
              <a:t>TS. </a:t>
            </a:r>
            <a:r>
              <a:rPr lang="en-US" sz="2000" b="0" dirty="0" err="1"/>
              <a:t>Trần</a:t>
            </a:r>
            <a:r>
              <a:rPr lang="en-US" sz="2000" b="0" dirty="0"/>
              <a:t> Anh Vũ</a:t>
            </a:r>
          </a:p>
          <a:p>
            <a:r>
              <a:rPr lang="en-US" sz="2000" b="0" dirty="0" err="1"/>
              <a:t>ThS</a:t>
            </a:r>
            <a:r>
              <a:rPr lang="en-US" sz="2000" b="0" dirty="0"/>
              <a:t>. Hoàng Quang Huy</a:t>
            </a:r>
          </a:p>
          <a:p>
            <a:endParaRPr lang="en-US" sz="20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9A1AE-3972-6E01-3C53-433EA8552531}"/>
              </a:ext>
            </a:extLst>
          </p:cNvPr>
          <p:cNvSpPr txBox="1"/>
          <p:nvPr/>
        </p:nvSpPr>
        <p:spPr>
          <a:xfrm>
            <a:off x="94960" y="1932611"/>
            <a:ext cx="710049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0" i="0">
                <a:solidFill>
                  <a:srgbClr val="C00000"/>
                </a:solidFill>
                <a:effectLst/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Dự đoán sớm bệnh động mạch vành bằng mô hình Logistic Regression có thể giải thích</a:t>
            </a:r>
            <a:endParaRPr lang="en-US" sz="3400">
              <a:solidFill>
                <a:srgbClr val="C00000"/>
              </a:solidFill>
              <a:latin typeface="Lato Bold" panose="020F0502020204030203" pitchFamily="34" charset="0"/>
              <a:ea typeface="Lato Bold" panose="020F0502020204030203" pitchFamily="34" charset="0"/>
              <a:cs typeface="Lato Bold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4A751C-20C3-531E-ACCE-20814564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77FC4A-E4AB-AAAA-7D90-9EC40F787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8C39C-CB14-DB68-4A0F-918670177FB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en-US" sz="3600" b="1" dirty="0"/>
              <a:t>TUẦN 1: XÁC ĐỊNH ĐỀ TÀI, MỤC TIÊU NGHIÊN CỨU VÀ LẬP KẾ HOẠCH CỤ THỂ </a:t>
            </a:r>
          </a:p>
        </p:txBody>
      </p:sp>
    </p:spTree>
    <p:extLst>
      <p:ext uri="{BB962C8B-B14F-4D97-AF65-F5344CB8AC3E}">
        <p14:creationId xmlns:p14="http://schemas.microsoft.com/office/powerpoint/2010/main" val="375489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205" y="969286"/>
            <a:ext cx="4759165" cy="2348267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latin typeface="Times New Roman"/>
                <a:ea typeface="Lato"/>
                <a:cs typeface="Times New Roman"/>
              </a:rPr>
              <a:t>- Bệnh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lý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mạch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vành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gây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tỷ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lệ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tử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vong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cao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(1/3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tổng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số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ca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tử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vong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 do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bệnh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tim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mạch</a:t>
            </a:r>
            <a:endParaRPr lang="en-US" sz="1800">
              <a:latin typeface="Times New Roman"/>
              <a:ea typeface="Lato"/>
              <a:cs typeface="Times New Roman"/>
            </a:endParaRPr>
          </a:p>
          <a:p>
            <a:pPr marL="0" indent="0">
              <a:buNone/>
            </a:pPr>
            <a:r>
              <a:rPr lang="en-US" sz="1800">
                <a:latin typeface="Times New Roman"/>
                <a:ea typeface="Lato"/>
                <a:cs typeface="Times New Roman"/>
              </a:rPr>
              <a:t>- Rào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cản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: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Đo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lường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nhu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cầu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oxy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cơ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tim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đòi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hỏi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xâm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lấn</a:t>
            </a:r>
            <a:endParaRPr lang="en-US" sz="1800">
              <a:latin typeface="Times New Roman"/>
              <a:ea typeface="Lato"/>
              <a:cs typeface="Times New Roman"/>
            </a:endParaRPr>
          </a:p>
          <a:p>
            <a:pPr marL="0" indent="0">
              <a:buNone/>
            </a:pPr>
            <a:r>
              <a:rPr lang="en-US" sz="1800">
                <a:latin typeface="Times New Roman"/>
                <a:ea typeface="Lato"/>
                <a:cs typeface="Times New Roman"/>
              </a:rPr>
              <a:t>- Nhu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cầu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: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Sàng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lọc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không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xâm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lấn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,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nhanh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</a:t>
            </a:r>
            <a:r>
              <a:rPr lang="en-US" sz="1800" dirty="0" err="1">
                <a:latin typeface="Times New Roman"/>
                <a:ea typeface="Lato"/>
                <a:cs typeface="Times New Roman"/>
              </a:rPr>
              <a:t>và</a:t>
            </a:r>
            <a:r>
              <a:rPr lang="en-US" sz="1800" dirty="0">
                <a:latin typeface="Times New Roman"/>
                <a:ea typeface="Lato"/>
                <a:cs typeface="Times New Roman"/>
              </a:rPr>
              <a:t> chi </a:t>
            </a:r>
            <a:r>
              <a:rPr lang="en-US" sz="1800" err="1">
                <a:latin typeface="Times New Roman"/>
                <a:ea typeface="Lato"/>
                <a:cs typeface="Times New Roman"/>
              </a:rPr>
              <a:t>phí</a:t>
            </a:r>
            <a:r>
              <a:rPr lang="en-US" sz="1800">
                <a:latin typeface="Times New Roman"/>
                <a:ea typeface="Lato"/>
                <a:cs typeface="Times New Roman"/>
              </a:rPr>
              <a:t> thấp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8E309-1A69-3C41-EA14-8F9D0D22B791}"/>
              </a:ext>
            </a:extLst>
          </p:cNvPr>
          <p:cNvSpPr txBox="1"/>
          <p:nvPr/>
        </p:nvSpPr>
        <p:spPr>
          <a:xfrm>
            <a:off x="5260157" y="857839"/>
            <a:ext cx="3664626" cy="5184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7" name="Picture 6" descr="Bệnh mạch vành: Biểu hiện, nguyên nhân và cách điều trị ở Vinmec | Vinmec">
            <a:extLst>
              <a:ext uri="{FF2B5EF4-FFF2-40B4-BE49-F238E27FC236}">
                <a16:creationId xmlns:a16="http://schemas.microsoft.com/office/drawing/2014/main" id="{88EC99AE-9CC9-521C-A829-8EE1BD122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169" y="815419"/>
            <a:ext cx="3664626" cy="2613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1FAE60-C934-1ED8-94DF-E6630306F2BE}"/>
              </a:ext>
            </a:extLst>
          </p:cNvPr>
          <p:cNvSpPr txBox="1"/>
          <p:nvPr/>
        </p:nvSpPr>
        <p:spPr>
          <a:xfrm>
            <a:off x="285205" y="3429000"/>
            <a:ext cx="735706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2000" b="1">
                <a:latin typeface="Times New Roman"/>
                <a:ea typeface="Lato"/>
                <a:cs typeface="Times New Roman"/>
              </a:rPr>
              <a:t>2. Thực trạng</a:t>
            </a:r>
            <a:endParaRPr lang="en-US" sz="2000">
              <a:latin typeface="Times New Roman"/>
              <a:ea typeface="Lato"/>
              <a:cs typeface="Times New Roman"/>
            </a:endParaRPr>
          </a:p>
          <a:p>
            <a:r>
              <a:rPr lang="en-US">
                <a:latin typeface="Times New Roman"/>
                <a:ea typeface="Lato"/>
                <a:cs typeface="Times New Roman"/>
              </a:rPr>
              <a:t>- Thiếu thiết bị: Y tế dưới khó tiếp cận các thiết bị hiện đại</a:t>
            </a:r>
          </a:p>
          <a:p>
            <a:r>
              <a:rPr lang="en-US">
                <a:latin typeface="Times New Roman"/>
                <a:ea typeface="Lato"/>
                <a:cs typeface="Times New Roman"/>
              </a:rPr>
              <a:t>- Các mô hình AI thường bỏ qua các chỉ số sinh lý phái sinh</a:t>
            </a:r>
          </a:p>
          <a:p>
            <a:r>
              <a:rPr lang="en-US">
                <a:latin typeface="Times New Roman"/>
                <a:ea typeface="Lato"/>
                <a:cs typeface="Times New Roman"/>
              </a:rPr>
              <a:t>- Bác sĩ thiếu niềm tin vào AI do không thể đưa ra lời giải thích</a:t>
            </a:r>
          </a:p>
          <a:p>
            <a:pPr marL="0" lvl="0" indent="0">
              <a:buNone/>
            </a:pPr>
            <a:r>
              <a:rPr lang="en-US" sz="2000" b="1">
                <a:latin typeface="Times New Roman"/>
                <a:ea typeface="Lato"/>
                <a:cs typeface="Times New Roman"/>
              </a:rPr>
              <a:t>3. Khó khăn</a:t>
            </a:r>
            <a:endParaRPr lang="en-US" sz="2000">
              <a:latin typeface="Times New Roman"/>
              <a:ea typeface="Lato"/>
              <a:cs typeface="Times New Roman"/>
            </a:endParaRPr>
          </a:p>
          <a:p>
            <a:r>
              <a:rPr lang="en-US">
                <a:latin typeface="Times New Roman"/>
                <a:ea typeface="Lato"/>
                <a:cs typeface="Times New Roman"/>
              </a:rPr>
              <a:t>- Xử lý dữ liệu: có nhiều thông tin trong dữ liệu bị khuyết</a:t>
            </a:r>
          </a:p>
          <a:p>
            <a:r>
              <a:rPr lang="en-US">
                <a:latin typeface="Times New Roman"/>
                <a:ea typeface="Lato"/>
                <a:cs typeface="Times New Roman"/>
              </a:rPr>
              <a:t>- Tối ưu hoá độ nhạy để không bỏ sót ca bệnh </a:t>
            </a:r>
          </a:p>
          <a:p>
            <a:r>
              <a:rPr lang="en-US">
                <a:latin typeface="Times New Roman"/>
                <a:ea typeface="Lato"/>
                <a:cs typeface="Times New Roman"/>
              </a:rPr>
              <a:t>- Rào cản giải thích quyết định thuật toán cho giới chuyên môn</a:t>
            </a: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8206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4294967295"/>
          </p:nvPr>
        </p:nvSpPr>
        <p:spPr>
          <a:xfrm>
            <a:off x="109330" y="1143000"/>
            <a:ext cx="8915399" cy="49196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4. Lý do chọn đề tài</a:t>
            </a:r>
            <a:endParaRPr lang="en-US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800" dirty="0">
                <a:latin typeface="Times New Roman"/>
                <a:cs typeface="Times New Roman"/>
              </a:rPr>
              <a:t>- </a:t>
            </a:r>
            <a:r>
              <a:rPr lang="en-US" sz="1800" dirty="0" err="1">
                <a:latin typeface="Times New Roman"/>
                <a:cs typeface="Times New Roman"/>
              </a:rPr>
              <a:t>Hướng</a:t>
            </a:r>
            <a:r>
              <a:rPr lang="en-US" sz="1800" dirty="0">
                <a:latin typeface="Times New Roman"/>
                <a:cs typeface="Times New Roman"/>
              </a:rPr>
              <a:t> tới một công cụ sàng lọc sớm, chi phí thấp, không xâm lấn, có thể triển khai tại y tế tuyến cơ sở</a:t>
            </a:r>
          </a:p>
          <a:p>
            <a:pPr marL="0" indent="0">
              <a:buNone/>
            </a:pPr>
            <a:r>
              <a:rPr lang="en-US" sz="1800" dirty="0">
                <a:latin typeface="Times New Roman"/>
                <a:cs typeface="Times New Roman"/>
              </a:rPr>
              <a:t>- </a:t>
            </a:r>
            <a:r>
              <a:rPr lang="en-US" sz="1800" dirty="0" err="1">
                <a:latin typeface="Times New Roman"/>
                <a:cs typeface="Times New Roman"/>
              </a:rPr>
              <a:t>Tạo</a:t>
            </a:r>
            <a:r>
              <a:rPr lang="en-US" sz="1800" dirty="0">
                <a:latin typeface="Times New Roman"/>
                <a:cs typeface="Times New Roman"/>
              </a:rPr>
              <a:t> ra một hệ thống hoàn toàn minh bạch, giúp bác sĩ hiểu rõ tại sao máy lại đưa ra chẩn đoán</a:t>
            </a:r>
          </a:p>
          <a:p>
            <a:pPr marL="0" lvl="0"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5. Mục tiêu nghiên cứu</a:t>
            </a:r>
            <a:endParaRPr lang="en-US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800" dirty="0">
                <a:latin typeface="Times New Roman"/>
                <a:cs typeface="Times New Roman"/>
              </a:rPr>
              <a:t>- </a:t>
            </a:r>
            <a:r>
              <a:rPr lang="en-US" sz="1800" dirty="0" err="1">
                <a:latin typeface="Times New Roman"/>
                <a:cs typeface="Times New Roman"/>
              </a:rPr>
              <a:t>Tích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hợp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thành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công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đánh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giá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mức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độ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ảnh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hưởng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của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chỉ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số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sinh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lý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phái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sinh</a:t>
            </a:r>
            <a:r>
              <a:rPr lang="en-US" sz="1800" dirty="0">
                <a:latin typeface="Times New Roman"/>
                <a:cs typeface="Times New Roman"/>
              </a:rPr>
              <a:t> (</a:t>
            </a:r>
            <a:r>
              <a:rPr lang="en-US" sz="1800" dirty="0" err="1">
                <a:latin typeface="Times New Roman"/>
                <a:cs typeface="Times New Roman"/>
              </a:rPr>
              <a:t>Tích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số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kép</a:t>
            </a:r>
            <a:r>
              <a:rPr lang="en-US" sz="1800" dirty="0">
                <a:latin typeface="Times New Roman"/>
                <a:cs typeface="Times New Roman"/>
              </a:rPr>
              <a:t> RPP)</a:t>
            </a:r>
          </a:p>
          <a:p>
            <a:pPr marL="0" indent="0">
              <a:buNone/>
            </a:pPr>
            <a:r>
              <a:rPr lang="en-US" sz="1800" dirty="0">
                <a:latin typeface="Times New Roman"/>
                <a:cs typeface="Times New Roman"/>
              </a:rPr>
              <a:t>- </a:t>
            </a:r>
            <a:r>
              <a:rPr lang="en-US" sz="1800" dirty="0" err="1">
                <a:latin typeface="Times New Roman"/>
                <a:cs typeface="Times New Roman"/>
              </a:rPr>
              <a:t>Xây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dựng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quy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trình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huấn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luyện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chuẩn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mực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với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mô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hình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hồi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quy</a:t>
            </a:r>
            <a:r>
              <a:rPr lang="en-US" sz="1800" dirty="0">
                <a:latin typeface="Times New Roman"/>
                <a:cs typeface="Times New Roman"/>
              </a:rPr>
              <a:t> Logistic </a:t>
            </a:r>
          </a:p>
          <a:p>
            <a:pPr marL="0" indent="0">
              <a:buNone/>
            </a:pPr>
            <a:r>
              <a:rPr lang="en-US" sz="1800" dirty="0">
                <a:latin typeface="Times New Roman"/>
                <a:cs typeface="Times New Roman"/>
              </a:rPr>
              <a:t>- Ứng </a:t>
            </a:r>
            <a:r>
              <a:rPr lang="en-US" sz="1800" dirty="0" err="1">
                <a:latin typeface="Times New Roman"/>
                <a:cs typeface="Times New Roman"/>
              </a:rPr>
              <a:t>dụng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công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cụ</a:t>
            </a:r>
            <a:r>
              <a:rPr lang="en-US" sz="1800" dirty="0">
                <a:latin typeface="Times New Roman"/>
                <a:cs typeface="Times New Roman"/>
              </a:rPr>
              <a:t> SHAP </a:t>
            </a:r>
            <a:r>
              <a:rPr lang="en-US" sz="1800" dirty="0" err="1">
                <a:latin typeface="Times New Roman"/>
                <a:cs typeface="Times New Roman"/>
              </a:rPr>
              <a:t>để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bóc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tách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và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giải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thích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quyết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định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của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mô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dirty="0" err="1">
                <a:latin typeface="Times New Roman"/>
                <a:cs typeface="Times New Roman"/>
              </a:rPr>
              <a:t>hình</a:t>
            </a:r>
            <a:r>
              <a:rPr lang="en-US" sz="18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946A89-EF1C-C686-E11C-11011B8F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E92AE0-13B9-903F-B3BA-54586BE0190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34188" y="976249"/>
                <a:ext cx="8681720" cy="519461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Timeline (</a:t>
                </a:r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kiến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tài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mục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cứu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hoạch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30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công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cứu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trống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cứu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3: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Tìm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hiểu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khoa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dữ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liệu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vẹn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dữ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liệu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lọc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trùng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lặp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mã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lỗi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ẩn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(ca,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thal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phục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dữ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liệu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khuyết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toán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KNN Imputer.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Kỹ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thuật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chuyên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Xây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huyết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kép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𝑅𝑃𝑃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7: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Mã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loại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thang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Z-Score.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8: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chia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dữ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liệu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tầng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thiết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kiểm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chéo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9: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Xây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sở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Huấn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luyện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Logistic Regression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KNN.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10: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Tinh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siêu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tham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(Hyperparameter Tuning: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phạt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liblinear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11: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trận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nhầm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lẫn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nhạy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ROC-AUC.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12: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phẫu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Trích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xuất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trực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mức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ảnh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hưởng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Trọng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13: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chiếu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thuyết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mạch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cứu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trước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14: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Viết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báo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cáo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văn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thiện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mã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nguồn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r>
                  <a:rPr lang="en-US" sz="1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Tuần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15: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slide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chạy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thử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bảo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vệ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tài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E92AE0-13B9-903F-B3BA-54586BE019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34188" y="976249"/>
                <a:ext cx="8681720" cy="5194618"/>
              </a:xfrm>
              <a:blipFill>
                <a:blip r:embed="rId2"/>
                <a:stretch>
                  <a:fillRect l="-211" t="-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9CAE4F6F-06E9-D96C-2122-EA76A60F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pPr marL="514350" indent="-514350">
              <a:buAutoNum type="romanUcPeriod"/>
            </a:pPr>
            <a:r>
              <a:rPr lang="en-US" dirty="0" err="1">
                <a:latin typeface="Lato"/>
                <a:ea typeface="Lato"/>
                <a:cs typeface="Lato"/>
              </a:rPr>
              <a:t>Giới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thiệu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đề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tài</a:t>
            </a:r>
            <a:r>
              <a:rPr lang="en-US" dirty="0">
                <a:latin typeface="Lato"/>
                <a:ea typeface="Lato"/>
                <a:cs typeface="Lato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27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endParaRPr lang="en-US" dirty="0">
              <a:latin typeface="Lato"/>
              <a:ea typeface="Lato"/>
              <a:cs typeface="Lato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en-US" sz="3600" b="1" dirty="0"/>
              <a:t>TUẦN 2: TỔNG QUAN 30 CÔNG TRÌNH NGHIÊN CỨU VÀ XÁC ĐỊNH KHOẢNG TRỐNG NGHIÊN CỨU</a:t>
            </a:r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721B5F-4F2E-6C6A-1EA9-CB278CE6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B49D86-FFD8-2723-C088-3165EAAE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Cleveland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127EF-9D22-AFEE-6EB2-B1CBD9AD6D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UCI ML        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1.Bản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Cleveland         1.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2.Gồm 303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2.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1025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1CE8CF-062B-D645-4E7D-D70110AE9E0F}"/>
              </a:ext>
            </a:extLst>
          </p:cNvPr>
          <p:cNvCxnSpPr/>
          <p:nvPr/>
        </p:nvCxnSpPr>
        <p:spPr>
          <a:xfrm>
            <a:off x="4572000" y="2047461"/>
            <a:ext cx="0" cy="33494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879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17BB58-26C2-B185-056D-23F44E48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803654-C7DB-6EB9-8AB1-599B823E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1 (Kaggle)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7FAEF-4D48-2437-728F-6648A1A8A2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rò</a:t>
            </a:r>
            <a:r>
              <a:rPr lang="en-US" dirty="0"/>
              <a:t> </a:t>
            </a:r>
            <a:r>
              <a:rPr lang="en-US" dirty="0" err="1"/>
              <a:t>rỉ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hao </a:t>
            </a:r>
            <a:r>
              <a:rPr lang="en-US" dirty="0" err="1"/>
              <a:t>hụt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</a:t>
            </a:r>
          </a:p>
          <a:p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bản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bệnh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lên</a:t>
            </a:r>
            <a:r>
              <a:rPr lang="en-US" sz="2000" dirty="0"/>
              <a:t> 3-4 </a:t>
            </a:r>
            <a:r>
              <a:rPr lang="en-US" sz="2000" dirty="0" err="1"/>
              <a:t>lần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tập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lớn</a:t>
            </a:r>
            <a:endParaRPr lang="en-US" sz="2000" dirty="0"/>
          </a:p>
          <a:p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mất</a:t>
            </a:r>
            <a:r>
              <a:rPr lang="en-US" sz="2000" dirty="0"/>
              <a:t> 1 </a:t>
            </a:r>
            <a:r>
              <a:rPr lang="en-US" sz="2000" dirty="0" err="1"/>
              <a:t>hồ</a:t>
            </a:r>
            <a:r>
              <a:rPr lang="en-US" sz="2000" dirty="0"/>
              <a:t> </a:t>
            </a:r>
            <a:r>
              <a:rPr lang="en-US" sz="2000" dirty="0" err="1"/>
              <a:t>sơ</a:t>
            </a:r>
            <a:r>
              <a:rPr lang="en-US" sz="2000" dirty="0"/>
              <a:t> </a:t>
            </a:r>
            <a:r>
              <a:rPr lang="en-US" sz="2000" dirty="0" err="1"/>
              <a:t>bệnh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xuống</a:t>
            </a:r>
            <a:r>
              <a:rPr lang="en-US" sz="2000" dirty="0"/>
              <a:t> </a:t>
            </a:r>
            <a:r>
              <a:rPr lang="en-US" sz="2000" dirty="0" err="1"/>
              <a:t>còn</a:t>
            </a:r>
            <a:r>
              <a:rPr lang="en-US" sz="2000" dirty="0"/>
              <a:t> 302 so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bản</a:t>
            </a:r>
            <a:r>
              <a:rPr lang="en-US" sz="2000" dirty="0"/>
              <a:t> </a:t>
            </a:r>
            <a:r>
              <a:rPr lang="en-US" sz="2000" dirty="0" err="1"/>
              <a:t>gốc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303</a:t>
            </a:r>
          </a:p>
          <a:p>
            <a:pPr marL="0" indent="0">
              <a:buNone/>
            </a:pPr>
            <a:r>
              <a:rPr lang="en-US" sz="2000" dirty="0"/>
              <a:t> -&gt;  AI </a:t>
            </a:r>
            <a:r>
              <a:rPr lang="en-US" sz="2000" dirty="0" err="1"/>
              <a:t>được</a:t>
            </a:r>
            <a:r>
              <a:rPr lang="en-US" sz="2000" dirty="0"/>
              <a:t> test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tập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lặp</a:t>
            </a:r>
            <a:r>
              <a:rPr lang="en-US" sz="2000" dirty="0"/>
              <a:t> </a:t>
            </a:r>
            <a:r>
              <a:rPr lang="en-US" sz="2000" dirty="0" err="1"/>
              <a:t>đi</a:t>
            </a:r>
            <a:r>
              <a:rPr lang="en-US" sz="2000" dirty="0"/>
              <a:t> </a:t>
            </a:r>
            <a:r>
              <a:rPr lang="en-US" sz="2000" dirty="0" err="1"/>
              <a:t>lặp</a:t>
            </a:r>
            <a:r>
              <a:rPr lang="en-US" sz="2000" dirty="0"/>
              <a:t> </a:t>
            </a:r>
            <a:r>
              <a:rPr lang="en-US" sz="2000" dirty="0" err="1"/>
              <a:t>lại</a:t>
            </a:r>
            <a:r>
              <a:rPr lang="en-US" sz="2000" dirty="0"/>
              <a:t>, 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ra</a:t>
            </a:r>
            <a:r>
              <a:rPr lang="en-US" sz="2000" dirty="0"/>
              <a:t> Accuracy </a:t>
            </a:r>
            <a:r>
              <a:rPr lang="en-US" sz="2000" dirty="0" err="1"/>
              <a:t>vô</a:t>
            </a:r>
            <a:r>
              <a:rPr lang="en-US" sz="2000" dirty="0"/>
              <a:t> </a:t>
            </a:r>
            <a:r>
              <a:rPr lang="en-US" sz="2000" dirty="0" err="1"/>
              <a:t>cùng</a:t>
            </a:r>
            <a:r>
              <a:rPr lang="en-US" sz="2000" dirty="0"/>
              <a:t> </a:t>
            </a:r>
            <a:r>
              <a:rPr lang="en-US" sz="2000" dirty="0" err="1"/>
              <a:t>lớn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1C7E59-2C6A-BB15-5EB1-1D4B8650F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65" y="3241299"/>
            <a:ext cx="7573618" cy="206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88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87F6EF-2924-3259-AF5F-9E5ABB349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32ECA7-E41F-877E-C2CB-4EE92D6EC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3 (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)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EC067-A62E-23F0-3000-D3C3D0FF65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 err="1"/>
              <a:t>Lãng</a:t>
            </a:r>
            <a:r>
              <a:rPr lang="en-US" sz="2000" dirty="0"/>
              <a:t> </a:t>
            </a:r>
            <a:r>
              <a:rPr lang="en-US" sz="2000" dirty="0" err="1"/>
              <a:t>phí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bị</a:t>
            </a:r>
            <a:r>
              <a:rPr lang="en-US" sz="2000" dirty="0"/>
              <a:t> </a:t>
            </a:r>
            <a:r>
              <a:rPr lang="en-US" sz="2000" dirty="0" err="1"/>
              <a:t>khuyết</a:t>
            </a:r>
            <a:r>
              <a:rPr lang="en-US" sz="2000" dirty="0"/>
              <a:t> ( </a:t>
            </a:r>
            <a:r>
              <a:rPr lang="en-US" sz="2000" dirty="0" err="1"/>
              <a:t>xóa</a:t>
            </a:r>
            <a:r>
              <a:rPr lang="en-US" sz="2000" dirty="0"/>
              <a:t> </a:t>
            </a:r>
            <a:r>
              <a:rPr lang="en-US" sz="2000" dirty="0" err="1"/>
              <a:t>bỏ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ca </a:t>
            </a:r>
            <a:r>
              <a:rPr lang="en-US" sz="2000" dirty="0" err="1"/>
              <a:t>khuyết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Chỉ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biến</a:t>
            </a:r>
            <a:r>
              <a:rPr lang="en-US" sz="2000" dirty="0"/>
              <a:t> </a:t>
            </a:r>
            <a:r>
              <a:rPr lang="en-US" sz="2000" dirty="0" err="1"/>
              <a:t>thô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đánh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endParaRPr lang="en-US" sz="2000" dirty="0"/>
          </a:p>
          <a:p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hộp</a:t>
            </a:r>
            <a:r>
              <a:rPr lang="en-US" sz="2000" dirty="0"/>
              <a:t> </a:t>
            </a:r>
            <a:r>
              <a:rPr lang="en-US" sz="2000" dirty="0" err="1"/>
              <a:t>đen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thể</a:t>
            </a:r>
            <a:r>
              <a:rPr lang="en-US" sz="2000" dirty="0"/>
              <a:t> </a:t>
            </a:r>
            <a:r>
              <a:rPr lang="en-US" sz="2000" dirty="0" err="1"/>
              <a:t>đưa</a:t>
            </a:r>
            <a:r>
              <a:rPr lang="en-US" sz="2000" dirty="0"/>
              <a:t> </a:t>
            </a:r>
            <a:r>
              <a:rPr lang="en-US" sz="2000" dirty="0" err="1"/>
              <a:t>ra</a:t>
            </a:r>
            <a:r>
              <a:rPr lang="en-US" sz="2000" dirty="0"/>
              <a:t> </a:t>
            </a:r>
            <a:r>
              <a:rPr lang="en-US" sz="2000" dirty="0" err="1"/>
              <a:t>giải</a:t>
            </a:r>
            <a:r>
              <a:rPr lang="en-US" sz="2000" dirty="0"/>
              <a:t> </a:t>
            </a:r>
            <a:r>
              <a:rPr lang="en-US" sz="2000" dirty="0" err="1"/>
              <a:t>thích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quyết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1321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2A35A8-E702-55ED-DB94-4323771E3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EB62ED-34DD-F939-1985-1EC0FDBD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khắc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885CC-5EE1-2925-2E87-9150064C4A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: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bản</a:t>
            </a:r>
            <a:r>
              <a:rPr lang="en-US" sz="2000" dirty="0"/>
              <a:t> </a:t>
            </a:r>
            <a:r>
              <a:rPr lang="en-US" sz="2000" dirty="0" err="1"/>
              <a:t>gốc</a:t>
            </a:r>
            <a:r>
              <a:rPr lang="en-US" sz="2000" dirty="0"/>
              <a:t> 303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chuẩn</a:t>
            </a:r>
            <a:endParaRPr lang="en-US" sz="2000" dirty="0"/>
          </a:p>
          <a:p>
            <a:r>
              <a:rPr lang="en-US" sz="2000" dirty="0" err="1"/>
              <a:t>Nội</a:t>
            </a:r>
            <a:r>
              <a:rPr lang="en-US" sz="2000" dirty="0"/>
              <a:t> </a:t>
            </a:r>
            <a:r>
              <a:rPr lang="en-US" sz="2000" dirty="0" err="1"/>
              <a:t>suy</a:t>
            </a:r>
            <a:r>
              <a:rPr lang="en-US" sz="2000" dirty="0"/>
              <a:t> </a:t>
            </a:r>
            <a:r>
              <a:rPr lang="en-US" sz="2000" dirty="0" err="1"/>
              <a:t>cứu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ca </a:t>
            </a:r>
            <a:r>
              <a:rPr lang="en-US" sz="2000" dirty="0" err="1"/>
              <a:t>bị</a:t>
            </a:r>
            <a:r>
              <a:rPr lang="en-US" sz="2000" dirty="0"/>
              <a:t> </a:t>
            </a:r>
            <a:r>
              <a:rPr lang="en-US" sz="2000" dirty="0" err="1"/>
              <a:t>khuyết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endParaRPr lang="en-US" sz="2000" dirty="0"/>
          </a:p>
          <a:p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thêm</a:t>
            </a:r>
            <a:r>
              <a:rPr lang="en-US" sz="2000" dirty="0"/>
              <a:t> </a:t>
            </a:r>
            <a:r>
              <a:rPr lang="en-US" sz="2000" dirty="0" err="1"/>
              <a:t>chỉ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y khoa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trọng</a:t>
            </a:r>
            <a:r>
              <a:rPr lang="en-US" sz="2000" dirty="0"/>
              <a:t> RRP</a:t>
            </a:r>
          </a:p>
          <a:p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hộp</a:t>
            </a:r>
            <a:r>
              <a:rPr lang="en-US" sz="2000" dirty="0"/>
              <a:t> </a:t>
            </a:r>
            <a:r>
              <a:rPr lang="en-US" sz="2000" dirty="0" err="1"/>
              <a:t>kính</a:t>
            </a:r>
            <a:r>
              <a:rPr lang="en-US" sz="2000" dirty="0"/>
              <a:t> y khoa </a:t>
            </a:r>
            <a:r>
              <a:rPr lang="en-US" sz="2000" dirty="0" err="1"/>
              <a:t>Hồi</a:t>
            </a:r>
            <a:r>
              <a:rPr lang="en-US" sz="2000" dirty="0"/>
              <a:t> </a:t>
            </a:r>
            <a:r>
              <a:rPr lang="en-US" sz="2000" dirty="0" err="1"/>
              <a:t>quy</a:t>
            </a:r>
            <a:r>
              <a:rPr lang="en-US" sz="2000" dirty="0"/>
              <a:t> Logistic</a:t>
            </a:r>
          </a:p>
        </p:txBody>
      </p:sp>
    </p:spTree>
    <p:extLst>
      <p:ext uri="{BB962C8B-B14F-4D97-AF65-F5344CB8AC3E}">
        <p14:creationId xmlns:p14="http://schemas.microsoft.com/office/powerpoint/2010/main" val="142114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f0097a7-8621-4cd9-86c3-ef87ef700e15" xsi:nil="true"/>
    <lcf76f155ced4ddcb4097134ff3c332f xmlns="a5da1004-2b49-45fd-b177-6da2e67e406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DA8741CD9737F1489F8BCC1EC328921A" ma:contentTypeVersion="9" ma:contentTypeDescription="Tạo tài liệu mới." ma:contentTypeScope="" ma:versionID="edca7fbc478c9af65a1d0a7968995a02">
  <xsd:schema xmlns:xsd="http://www.w3.org/2001/XMLSchema" xmlns:xs="http://www.w3.org/2001/XMLSchema" xmlns:p="http://schemas.microsoft.com/office/2006/metadata/properties" xmlns:ns2="a5da1004-2b49-45fd-b177-6da2e67e406c" xmlns:ns3="9f0097a7-8621-4cd9-86c3-ef87ef700e15" targetNamespace="http://schemas.microsoft.com/office/2006/metadata/properties" ma:root="true" ma:fieldsID="76cf6d2540cf6bf876a874380069dbe9" ns2:_="" ns3:_="">
    <xsd:import namespace="a5da1004-2b49-45fd-b177-6da2e67e406c"/>
    <xsd:import namespace="9f0097a7-8621-4cd9-86c3-ef87ef700e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a1004-2b49-45fd-b177-6da2e67e40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hẻ Hình ảnh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0097a7-8621-4cd9-86c3-ef87ef700e1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4a4f62-d54e-408c-8713-4179b1eabde4}" ma:internalName="TaxCatchAll" ma:showField="CatchAllData" ma:web="9f0097a7-8621-4cd9-86c3-ef87ef700e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CAB62A-C8B1-4527-9025-A537D27D83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A0D2F0-A1A3-4BAC-9510-E5124A7E2705}">
  <ds:schemaRefs>
    <ds:schemaRef ds:uri="http://schemas.microsoft.com/office/2006/metadata/properties"/>
    <ds:schemaRef ds:uri="http://schemas.microsoft.com/office/infopath/2007/PartnerControls"/>
    <ds:schemaRef ds:uri="9f0097a7-8621-4cd9-86c3-ef87ef700e15"/>
    <ds:schemaRef ds:uri="a5da1004-2b49-45fd-b177-6da2e67e406c"/>
  </ds:schemaRefs>
</ds:datastoreItem>
</file>

<file path=customXml/itemProps3.xml><?xml version="1.0" encoding="utf-8"?>
<ds:datastoreItem xmlns:ds="http://schemas.openxmlformats.org/officeDocument/2006/customXml" ds:itemID="{08451CE8-91D5-40A6-90DA-195F6E32A7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da1004-2b49-45fd-b177-6da2e67e406c"/>
    <ds:schemaRef ds:uri="9f0097a7-8621-4cd9-86c3-ef87ef700e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1127</TotalTime>
  <Words>902</Words>
  <Application>Microsoft Office PowerPoint</Application>
  <PresentationFormat>On-screen Show (4:3)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Lato</vt:lpstr>
      <vt:lpstr>Lato Bold</vt:lpstr>
      <vt:lpstr>Times New Roman</vt:lpstr>
      <vt:lpstr>Office Theme</vt:lpstr>
      <vt:lpstr>PowerPoint Presentation</vt:lpstr>
      <vt:lpstr>PowerPoint Presentation</vt:lpstr>
      <vt:lpstr>I. Giới thiệu đề tài  </vt:lpstr>
      <vt:lpstr>I. Giới thiệu đề tài </vt:lpstr>
      <vt:lpstr>Giới thiệu đề tài </vt:lpstr>
      <vt:lpstr>PowerPoint Presentation</vt:lpstr>
      <vt:lpstr>I. Tổng quan về bộ dữ liệu Cleveland</vt:lpstr>
      <vt:lpstr>II. Khoảng trống 1 (Kaggle) </vt:lpstr>
      <vt:lpstr>III. Khoảng trống 3 (Bản gốc ) </vt:lpstr>
      <vt:lpstr>IV. Quy trình khắc phục toàn diện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Dao Vu Hoang 202414512</cp:lastModifiedBy>
  <cp:revision>114</cp:revision>
  <dcterms:created xsi:type="dcterms:W3CDTF">2021-05-28T04:32:29Z</dcterms:created>
  <dcterms:modified xsi:type="dcterms:W3CDTF">2026-10-17T02:32:49Z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0x010100DA8741CD9737F1489F8BCC1EC328921A</vt:lpwstr>
  </property>
</Properties>
</file>